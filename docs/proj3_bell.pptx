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4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2" r:id="rId15"/>
    <p:sldMasterId id="2147483684" r:id="rId16"/>
    <p:sldMasterId id="2147483686" r:id="rId17"/>
    <p:sldMasterId id="2147483688" r:id="rId18"/>
    <p:sldMasterId id="2147483690" r:id="rId19"/>
    <p:sldMasterId id="2147483696" r:id="rId20"/>
  </p:sldMasterIdLst>
  <p:sldIdLst>
    <p:sldId id="256" r:id="rId21"/>
  </p:sldIdLst>
  <p:sldSz cx="9144000" cy="5143500" type="screen16x9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7B7B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 autoAdjust="0"/>
    <p:restoredTop sz="94648"/>
  </p:normalViewPr>
  <p:slideViewPr>
    <p:cSldViewPr snapToGrid="0">
      <p:cViewPr varScale="1">
        <p:scale>
          <a:sx n="156" d="100"/>
          <a:sy n="156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438B911-FDE1-442F-90C8-6A8380F661E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7FB577E-B572-4EAF-8748-8308B04E9BA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0CD5278-3F49-4494-9D25-8A199AF37F6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E80204C-D67A-4633-B881-ACF68F012E5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824222A9-BD81-444B-9433-834B8922400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E212382-7B8D-4037-93FD-28508CEFA7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1C6E195-5E55-4AA5-8549-FBB91E116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1FEA913F-FFEB-4BBB-8BE6-C35CFD5412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8C2DF5E-ED04-4761-BAA1-676F09A7FC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1D9243-B881-4DD5-81F1-DDD3891648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F58F2D23-2F38-4C64-80A9-CDCA38D9493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D364F2F-7160-4EC5-87AD-294B72B381A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AC3160D0-FC1C-48DF-B256-73F79E8BAA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B476901A-A289-4AF1-B50A-5098C2BAD1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CF20DC6-AFC5-4018-AD3B-7A64D13C8F4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51019DED-193F-4C20-9067-C9CD92773F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428BC0D-9A37-4CFD-90B0-071F01332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D867EF2-DE49-4BD9-B241-9C448233A6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AD58637A-2454-4D7D-9B27-AA162A18CEB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A1D417B1-1D76-4DDA-9F4D-E95F42D9F48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28600" indent="-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172392-4BB1-4EB4-A13C-34DBAB4EA3EA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0" b="0" strike="noStrike" spc="-1">
                <a:solidFill>
                  <a:srgbClr val="000000"/>
                </a:solidFill>
                <a:latin typeface="Arial"/>
                <a:ea typeface="Arial"/>
              </a:rPr>
              <a:t>xx%</a:t>
            </a:r>
            <a:endParaRPr lang="en-US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005120" lvl="1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462320" lvl="2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919520" lvl="3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2376720" lvl="4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E1C6B3-9D59-47C1-8183-508754D750BB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3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986AB0-BE78-4848-891C-973F70DB8439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28600" indent="-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2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4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9667BA-9488-4BE5-984A-9A3CF4FCA6D3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7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3BD718-6E25-42F7-BC31-9C46DBA5B8A4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E97423-2F46-4EB6-BE0A-6EB2D39CEFC1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914400" lvl="1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1371600" lvl="2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1828800" lvl="3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2286000" lvl="4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9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9890DC-6B5E-4939-9D61-29669CEB9EC0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0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4E60B9-30CE-419D-BEC4-33B220E27197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81;p2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EEEEE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65680" y="2802960"/>
            <a:ext cx="4044960" cy="123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28600" indent="-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1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1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Seventh Outline Level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sldNum" idx="11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F9CACC-DB45-4951-B90A-25194553FC0F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2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E40FD1-830D-4706-9DFD-086582C25467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005120" lvl="1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462320" lvl="2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■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919520" lvl="3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2376720" lvl="4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13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460EF0-6CA3-48E5-923F-203CF76B878A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0" b="0" strike="noStrike" spc="-1">
                <a:solidFill>
                  <a:srgbClr val="000000"/>
                </a:solidFill>
                <a:latin typeface="Arial"/>
                <a:ea typeface="Arial"/>
              </a:rPr>
              <a:t>xx%</a:t>
            </a:r>
            <a:endParaRPr lang="en-US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005120" lvl="1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462320" lvl="2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919520" lvl="3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2376720" lvl="4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14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A87729-6F4F-43AE-BFE3-423748133178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Num" idx="15"/>
          </p:nvPr>
        </p:nvSpPr>
        <p:spPr>
          <a:xfrm>
            <a:off x="8684280" y="3276720"/>
            <a:ext cx="336600" cy="31662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914911-7653-43DA-966C-218F3A733BB8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005120" lvl="1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462320" lvl="2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919520" lvl="3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2376720" lvl="4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6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13EC9B-4C8F-4B43-94BE-46DDC9819DDD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18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93FD5C-0A7F-454D-B78C-C3444BEBCDDC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914400" lvl="1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1371600" lvl="2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1828800" lvl="3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  <a:p>
            <a:pPr marL="2286000" lvl="4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2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19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C43D23-3258-4838-A996-4762508D1268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0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AA56D0-1631-47EC-93E6-488162442DD7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EEEEE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65680" y="2802960"/>
            <a:ext cx="4044960" cy="123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28600" indent="-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  <a:p>
            <a:pPr marL="228600" indent="11448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21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1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1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</a:rPr>
              <a:t>Seventh Outline Level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sldNum" idx="21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302279-9399-4C89-A3B0-7D60C5439A68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005120" lvl="1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462320" lvl="2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■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1919520" lvl="3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  <a:p>
            <a:pPr marL="2376720" lvl="4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585858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22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D90257-FCAB-4D33-B23A-FF73235B2001}" type="slidenum">
              <a:rPr lang="en-US" sz="1000" b="0" strike="noStrike" spc="-1">
                <a:solidFill>
                  <a:srgbClr val="585858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30C2A7-FEAB-4CAA-834B-AFBBD1578A25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11760" y="23040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  <a:ea typeface="Arial"/>
              </a:rPr>
              <a:t>CS 6476 </a:t>
            </a:r>
            <a:r>
              <a:rPr lang="en-US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Project 3</a:t>
            </a:r>
            <a:br>
              <a:rPr lang="en-US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</a:br>
            <a:r>
              <a:rPr lang="en-US" dirty="0"/>
              <a:t>Bells </a:t>
            </a:r>
            <a:r>
              <a:rPr lang="en-US"/>
              <a:t>&amp; Whistles</a:t>
            </a:r>
            <a:endParaRPr lang="en-US" sz="5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311760" y="2320200"/>
            <a:ext cx="8520120" cy="17971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85858"/>
                </a:solidFill>
                <a:latin typeface="Arial"/>
                <a:ea typeface="Arial"/>
              </a:rPr>
              <a:t>[name]</a:t>
            </a:r>
            <a:endParaRPr lang="en-US" sz="2800" b="0" strike="noStrike" spc="-1" dirty="0">
              <a:solidFill>
                <a:srgbClr val="585858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85858"/>
                </a:solidFill>
                <a:latin typeface="Arial"/>
                <a:ea typeface="Arial"/>
              </a:rPr>
              <a:t>[GT email]</a:t>
            </a:r>
            <a:endParaRPr lang="en-US" sz="2800" b="0" strike="noStrike" spc="-1" dirty="0">
              <a:solidFill>
                <a:srgbClr val="585858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85858"/>
                </a:solidFill>
                <a:latin typeface="Arial"/>
                <a:ea typeface="Arial"/>
              </a:rPr>
              <a:t>[GT username]</a:t>
            </a:r>
            <a:endParaRPr lang="en-US" sz="2800" b="0" strike="noStrike" spc="-1" dirty="0">
              <a:solidFill>
                <a:srgbClr val="585858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85858"/>
                </a:solidFill>
                <a:latin typeface="Arial"/>
                <a:ea typeface="Arial"/>
              </a:rPr>
              <a:t>[GTID]</a:t>
            </a:r>
            <a:endParaRPr lang="en-US" sz="2800" b="0" strike="noStrike" spc="-1" dirty="0">
              <a:solidFill>
                <a:srgbClr val="585858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Words>22</Words>
  <Application>Microsoft Macintosh PowerPoint</Application>
  <PresentationFormat>On-screen Show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20</vt:i4>
      </vt:variant>
      <vt:variant>
        <vt:lpstr>Slide Titles</vt:lpstr>
      </vt:variant>
      <vt:variant>
        <vt:i4>1</vt:i4>
      </vt:variant>
    </vt:vector>
  </HeadingPairs>
  <TitlesOfParts>
    <vt:vector size="25" baseType="lpstr">
      <vt:lpstr>Arial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Office Theme</vt:lpstr>
      <vt:lpstr>CS 6476 Project 3 Bells &amp; Whistles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4476/6476 Project 2</dc:title>
  <dc:subject/>
  <dc:creator/>
  <dc:description/>
  <cp:lastModifiedBy>Shetty, Surabhi R</cp:lastModifiedBy>
  <cp:revision>116</cp:revision>
  <dcterms:modified xsi:type="dcterms:W3CDTF">2026-09-25T14:05:49Z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15</vt:i4>
  </property>
</Properties>
</file>